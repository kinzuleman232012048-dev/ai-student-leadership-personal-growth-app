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0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1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6760" y="198120"/>
            <a:ext cx="3203575" cy="6451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Aptos"/>
              </a:rPr>
              <a:t>01 · PROJECT OVERVIEW</a:t>
            </a:r>
            <a:endParaRPr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72465"/>
            <a:ext cx="10789920" cy="58737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sz="2700" b="1">
                <a:solidFill>
                  <a:srgbClr val="0F2647"/>
                </a:solidFill>
                <a:latin typeface="Aptos"/>
              </a:rPr>
              <a:t>AI-Powered Student Leadership &amp; Personal Growth App</a:t>
            </a:r>
            <a:endParaRPr sz="2700" b="1">
              <a:solidFill>
                <a:srgbClr val="0F264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01</a:t>
            </a:r>
            <a:endParaRPr sz="12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226503"/>
            <a:ext cx="5669280" cy="7740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indent="0" algn="l">
              <a:buNone/>
            </a:pPr>
            <a:r>
              <a:rPr sz="2400" b="1">
                <a:solidFill>
                  <a:srgbClr val="0F2647"/>
                </a:solidFill>
                <a:latin typeface="Aptos"/>
              </a:rPr>
              <a:t>Digitizing the Leadership Development Program</a:t>
            </a:r>
            <a:endParaRPr sz="2400" b="1">
              <a:solidFill>
                <a:srgbClr val="0F264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4248150"/>
            <a:ext cx="9200515" cy="1172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Aptos"/>
              </a:rPr>
              <a:t>A structured mobile platform where students record growth activities, AI turns development data into guidance, and professors monitor progress with evidence-based evaluation</a:t>
            </a:r>
            <a:r>
              <a:rPr sz="1500" b="0">
                <a:solidFill>
                  <a:srgbClr val="64748B"/>
                </a:solidFill>
                <a:latin typeface="Aptos"/>
              </a:rPr>
              <a:t>.</a:t>
            </a:r>
            <a:endParaRPr sz="15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225675"/>
            <a:ext cx="3447415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2310" y="2169160"/>
            <a:ext cx="1846580" cy="34861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STUDENT</a:t>
            </a:r>
            <a:r>
              <a:rPr lang="en-US" sz="1600" b="1">
                <a:solidFill>
                  <a:srgbClr val="2563EB"/>
                </a:solidFill>
                <a:latin typeface="Aptos"/>
              </a:rPr>
              <a:t> NAME</a:t>
            </a:r>
            <a:endParaRPr lang="en-US" sz="16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96820"/>
            <a:ext cx="1863090" cy="3124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sz="1500" b="1">
                <a:solidFill>
                  <a:srgbClr val="0F2647"/>
                </a:solidFill>
                <a:latin typeface="Aptos"/>
              </a:rPr>
              <a:t>Kinzul Eman</a:t>
            </a:r>
            <a:endParaRPr sz="1500" b="1">
              <a:solidFill>
                <a:srgbClr val="0F264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3181985"/>
            <a:ext cx="3447415" cy="6400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310" y="3173095"/>
            <a:ext cx="2372995" cy="34861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lang="en-US" sz="2000" b="1">
                <a:solidFill>
                  <a:srgbClr val="7C3AED"/>
                </a:solidFill>
                <a:latin typeface="Aptos"/>
              </a:rPr>
              <a:t>Student </a:t>
            </a:r>
            <a:r>
              <a:rPr sz="2000" b="1">
                <a:solidFill>
                  <a:srgbClr val="7C3AED"/>
                </a:solidFill>
                <a:latin typeface="Aptos"/>
              </a:rPr>
              <a:t>ID</a:t>
            </a:r>
            <a:endParaRPr sz="2000" b="1">
              <a:solidFill>
                <a:srgbClr val="7C3AE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2310" y="3427095"/>
            <a:ext cx="2313305" cy="36639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/>
            <a:r>
              <a:rPr sz="1500" b="1">
                <a:solidFill>
                  <a:srgbClr val="0F2647"/>
                </a:solidFill>
                <a:latin typeface="Aptos"/>
              </a:rPr>
              <a:t>232012048</a:t>
            </a:r>
            <a:endParaRPr sz="1500" b="1">
              <a:solidFill>
                <a:srgbClr val="0F2647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Kinzul Eman  ·  232012048  ·  Final Year Project</a:t>
            </a:r>
            <a:endParaRPr sz="8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48" name="TextBox 4"/>
          <p:cNvSpPr txBox="1"/>
          <p:nvPr/>
        </p:nvSpPr>
        <p:spPr>
          <a:xfrm>
            <a:off x="4680712" y="1351598"/>
            <a:ext cx="5669280" cy="40449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marL="342900" indent="-342900" algn="l">
              <a:buFont typeface="Wingdings" panose="05000000000000000000" charset="0"/>
              <a:buChar char="§"/>
            </a:pPr>
            <a:r>
              <a:rPr lang="en-US" sz="2400" b="1">
                <a:solidFill>
                  <a:srgbClr val="0F2647"/>
                </a:solidFill>
                <a:latin typeface="Aptos"/>
              </a:rPr>
              <a:t>User Case Diagram and Milestone</a:t>
            </a:r>
            <a:endParaRPr lang="en-US" sz="2400" b="1">
              <a:solidFill>
                <a:srgbClr val="0F264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85" y="21590"/>
            <a:ext cx="10537190" cy="6877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WPS Presentation</Application>
  <PresentationFormat>On-screen Show 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Arial</vt:lpstr>
      <vt:lpstr>Aptos</vt:lpstr>
      <vt:lpstr>Segoe UI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imana</cp:lastModifiedBy>
  <cp:revision>4</cp:revision>
  <dcterms:created xsi:type="dcterms:W3CDTF">2013-01-27T09:14:00Z</dcterms:created>
  <dcterms:modified xsi:type="dcterms:W3CDTF">2026-09-22T10:54:43Z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C99455866D1D4AE88BA17AFC991E09B3_13</vt:lpwstr>
  </property>
</Properties>
</file>