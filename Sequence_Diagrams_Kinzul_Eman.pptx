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SEQUENCE DIAGRAMS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Leadership and Personal Growth Development App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(FYP)  |  Leadership Development Program (LDP)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4572000" cy="0"/>
          </a:xfrm>
          <a:prstGeom prst="line">
            <a:avLst/>
          </a:prstGeom>
          <a:noFill/>
          <a:ln w="25400">
            <a:solidFill>
              <a:srgbClr val="7FD8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Kinzul Eman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232012048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Global Institute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Diagrams: 1) Student Development &amp; AI Feedback   2) Professor Evaluation   3) Tasks, Reminders &amp; Exceptions   4) Exception Flows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1 — Student Personal Development &amp; AI Feedback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Submission → Data Storage → AI Analysis → Personalized Feedback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1832" y="2770632"/>
            <a:ext cx="10277856" cy="2962656"/>
          </a:xfrm>
          <a:prstGeom prst="rect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770632"/>
            <a:ext cx="45720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77063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277063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records development activities regularly]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78992" y="3319272"/>
            <a:ext cx="10003536" cy="2414016"/>
          </a:xfrm>
          <a:prstGeom prst="rect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319272"/>
            <a:ext cx="36576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331927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581912" y="33192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[Valid Data]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78992" y="5303520"/>
            <a:ext cx="10003536" cy="0"/>
          </a:xfrm>
          <a:prstGeom prst="line">
            <a:avLst/>
          </a:prstGeom>
          <a:noFill/>
          <a:ln w="12700">
            <a:solidFill>
              <a:srgbClr val="D6282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152144" y="512978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[Invalid Data]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81912" y="1691640"/>
            <a:ext cx="0" cy="434340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513332" y="914400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6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912" y="1051560"/>
            <a:ext cx="0" cy="155448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90472" y="1097280"/>
            <a:ext cx="182880" cy="0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508760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912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15361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«actor»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31336" y="1691640"/>
            <a:ext cx="0" cy="434340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962656" y="1097280"/>
            <a:ext cx="1737360" cy="566928"/>
          </a:xfrm>
          <a:prstGeom prst="rect">
            <a:avLst/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62656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Mobile App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(Flutter)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80760" y="1691640"/>
            <a:ext cx="0" cy="434340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212080" y="1097280"/>
            <a:ext cx="1737360" cy="566928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12080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330184" y="1691640"/>
            <a:ext cx="0" cy="434340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461504" y="1097280"/>
            <a:ext cx="1737360" cy="56692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61504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461504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579608" y="1691640"/>
            <a:ext cx="0" cy="434340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710928" y="1097280"/>
            <a:ext cx="1737360" cy="56692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10928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Module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710928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85616" y="1719072"/>
            <a:ext cx="91440" cy="1069848"/>
          </a:xfrm>
          <a:prstGeom prst="rect">
            <a:avLst/>
          </a:prstGeom>
          <a:solidFill>
            <a:srgbClr val="7B3FBF">
              <a:alpha val="65000"/>
            </a:srgbClr>
          </a:solidFill>
          <a:ln w="9525">
            <a:solidFill>
              <a:srgbClr val="7B3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85616" y="2999232"/>
            <a:ext cx="91440" cy="2532888"/>
          </a:xfrm>
          <a:prstGeom prst="rect">
            <a:avLst/>
          </a:prstGeom>
          <a:solidFill>
            <a:srgbClr val="7B3FBF">
              <a:alpha val="65000"/>
            </a:srgbClr>
          </a:solidFill>
          <a:ln w="9525">
            <a:solidFill>
              <a:srgbClr val="7B3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1901952"/>
            <a:ext cx="91440" cy="70408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3547872"/>
            <a:ext cx="91440" cy="143560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4464" y="2084832"/>
            <a:ext cx="91440" cy="33832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84464" y="3730752"/>
            <a:ext cx="91440" cy="33832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4645152"/>
            <a:ext cx="91440" cy="15544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33888" y="4096512"/>
            <a:ext cx="91440" cy="521208"/>
          </a:xfrm>
          <a:prstGeom prst="rect">
            <a:avLst/>
          </a:prstGeom>
          <a:solidFill>
            <a:srgbClr val="D6336C">
              <a:alpha val="65000"/>
            </a:srgbClr>
          </a:solidFill>
          <a:ln w="9525">
            <a:solidFill>
              <a:srgbClr val="D633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81912" y="182880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2104949" y="165506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login(credentials)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31336" y="201168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4277563" y="1837944"/>
            <a:ext cx="135697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authenticateStudent()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80760" y="21945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6757416" y="2020824"/>
            <a:ext cx="89611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verifyUser()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 flipH="1">
            <a:off x="6080760" y="237744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6603797" y="220370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returnAuthResult()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 flipH="1">
            <a:off x="3831336" y="256032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4456786" y="2386584"/>
            <a:ext cx="99852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loginSuccess()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 flipH="1">
            <a:off x="1581912" y="274320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2104949" y="256946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displayDashboard()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581912" y="31089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1618488" y="2935224"/>
            <a:ext cx="217627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submitJournal(category, notes, photo)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877056" y="315468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197096" y="3118104"/>
            <a:ext cx="99852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 validateForm()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31336" y="365760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4098341" y="3483864"/>
            <a:ext cx="171541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 sendJournal(entry, evidence)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080760" y="384048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6578194" y="3666744"/>
            <a:ext cx="125455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 saveJournal(entry)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 flipH="1">
            <a:off x="6080760" y="40233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6655003" y="3849624"/>
            <a:ext cx="110093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 saveConfirmed()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080760" y="4206240"/>
            <a:ext cx="4498848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7626096" y="4032504"/>
            <a:ext cx="140817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 analyzeProgress(data)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0625328" y="425196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279331" y="4215384"/>
            <a:ext cx="125455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 generateFeedback()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 flipH="1">
            <a:off x="6080760" y="4572000"/>
            <a:ext cx="4498848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7754112" y="4398264"/>
            <a:ext cx="115214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 returnFeedback()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080760" y="475488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680606" y="458114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 saveFeedback()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 flipH="1">
            <a:off x="3831336" y="49377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77" name="Text 75"/>
          <p:cNvSpPr txBox="1"/>
          <p:nvPr/>
        </p:nvSpPr>
        <p:spPr>
          <a:xfrm>
            <a:off x="4379976" y="4764024"/>
            <a:ext cx="115214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 returnFeedback()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 flipH="1">
            <a:off x="1581912" y="512064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2104949" y="494690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 displayFeedback()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 flipH="1">
            <a:off x="1581912" y="548640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2002536" y="5312664"/>
            <a:ext cx="140817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 showValidationError()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581912" y="566928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83" name="Text 81"/>
          <p:cNvSpPr txBox="1"/>
          <p:nvPr/>
        </p:nvSpPr>
        <p:spPr>
          <a:xfrm>
            <a:off x="2028139" y="5495544"/>
            <a:ext cx="135697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 correctAndResubmit()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57200" y="6236208"/>
            <a:ext cx="11274552" cy="45720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94360" y="6236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Summary: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development data → Backend validates/stores → AI analyzes → Personalized feedback returned.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457200" y="6035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request   |   Dashed arrow = return   |   Red = exception flow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2 — Professor Evaluation &amp; Student Progress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→ AI Progress Analysis → Professor Evaluation → Feedback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37460" y="1673352"/>
            <a:ext cx="7086600" cy="402336"/>
          </a:xfrm>
          <a:prstGeom prst="rect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37460" y="1673352"/>
            <a:ext cx="36576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37460" y="167335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537460" y="1837944"/>
            <a:ext cx="7086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Sequence (as in Diagram 1, msgs 1–6) — Professor authenticated, dashboard shown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1540" y="4233672"/>
            <a:ext cx="8503920" cy="1865376"/>
          </a:xfrm>
          <a:prstGeom prst="rect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" y="4233672"/>
            <a:ext cx="36576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1540" y="423367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394460" y="4233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[Evaluation Successful]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91540" y="5669280"/>
            <a:ext cx="8503920" cy="0"/>
          </a:xfrm>
          <a:prstGeom prst="line">
            <a:avLst/>
          </a:prstGeom>
          <a:noFill/>
          <a:ln w="12700">
            <a:solidFill>
              <a:srgbClr val="D6282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964692" y="549554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[Evaluation Error]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94460" y="1691640"/>
            <a:ext cx="0" cy="470916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25880" y="914400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6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94460" y="1051560"/>
            <a:ext cx="0" cy="155448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03020" y="1097280"/>
            <a:ext cx="182880" cy="0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321308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460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" y="15361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«actor»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68980" y="1691640"/>
            <a:ext cx="0" cy="470916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00400" y="914400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6F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8980" y="1051560"/>
            <a:ext cx="0" cy="155448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7540" y="1097280"/>
            <a:ext cx="182880" cy="0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3195828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8980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37460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537460" y="15361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«actor»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43500" y="1691640"/>
            <a:ext cx="0" cy="470916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297680" y="1097280"/>
            <a:ext cx="1691640" cy="566928"/>
          </a:xfrm>
          <a:prstGeom prst="rect">
            <a:avLst/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7680" y="11155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Mobile App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14264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(Flutter)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018020" y="1691640"/>
            <a:ext cx="0" cy="470916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172200" y="1097280"/>
            <a:ext cx="1691640" cy="566928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11155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14264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892540" y="1691640"/>
            <a:ext cx="0" cy="470916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046720" y="1097280"/>
            <a:ext cx="1691640" cy="56692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0" y="11155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14264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767060" y="1691640"/>
            <a:ext cx="0" cy="470916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921240" y="1097280"/>
            <a:ext cx="1691640" cy="56692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921240" y="11155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Module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921240" y="14264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97780" y="2084832"/>
            <a:ext cx="91440" cy="1801368"/>
          </a:xfrm>
          <a:prstGeom prst="rect">
            <a:avLst/>
          </a:prstGeom>
          <a:solidFill>
            <a:srgbClr val="7B3FBF">
              <a:alpha val="65000"/>
            </a:srgbClr>
          </a:solidFill>
          <a:ln w="9525">
            <a:solidFill>
              <a:srgbClr val="7B3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97780" y="4096512"/>
            <a:ext cx="91440" cy="1435608"/>
          </a:xfrm>
          <a:prstGeom prst="rect">
            <a:avLst/>
          </a:prstGeom>
          <a:solidFill>
            <a:srgbClr val="7B3FBF">
              <a:alpha val="65000"/>
            </a:srgbClr>
          </a:solidFill>
          <a:ln w="9525">
            <a:solidFill>
              <a:srgbClr val="7B3F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72300" y="2267712"/>
            <a:ext cx="91440" cy="143560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72300" y="4462272"/>
            <a:ext cx="91440" cy="88696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46820" y="2450592"/>
            <a:ext cx="91440" cy="33832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46820" y="4828032"/>
            <a:ext cx="91440" cy="33832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21340" y="2816352"/>
            <a:ext cx="91440" cy="521208"/>
          </a:xfrm>
          <a:prstGeom prst="rect">
            <a:avLst/>
          </a:prstGeom>
          <a:solidFill>
            <a:srgbClr val="D6336C">
              <a:alpha val="65000"/>
            </a:srgbClr>
          </a:solidFill>
          <a:ln w="9525">
            <a:solidFill>
              <a:srgbClr val="D6336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68980" y="219456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3450946" y="2020824"/>
            <a:ext cx="151058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selectStudent(studentID)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43500" y="237744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5402275" y="2203704"/>
            <a:ext cx="135697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getStudentRecords(id)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018020" y="256032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7404811" y="2386584"/>
            <a:ext cx="110093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queryRecords(id)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 flipH="1">
            <a:off x="7018020" y="274320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7430414" y="256946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returnRecords()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018020" y="2926080"/>
            <a:ext cx="374904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8137246" y="2752344"/>
            <a:ext cx="151058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analyzeProgress(records)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812780" y="297180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466783" y="2935224"/>
            <a:ext cx="125455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identifyStrengths()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 flipH="1">
            <a:off x="7018020" y="3291840"/>
            <a:ext cx="374904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8342071" y="3118104"/>
            <a:ext cx="110093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returnInsights()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063740" y="333756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83780" y="3300984"/>
            <a:ext cx="140817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 createProgressReport()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 flipH="1">
            <a:off x="5143500" y="365760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5427878" y="3483864"/>
            <a:ext cx="1305763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 sendProgressReport()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 flipH="1">
            <a:off x="3268980" y="384048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3450946" y="3666744"/>
            <a:ext cx="151058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 displayProgressReport()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314700" y="388620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634740" y="3849624"/>
            <a:ext cx="151058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 reviewJournalEvidence()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68980" y="420624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76" name="Text 74"/>
          <p:cNvSpPr txBox="1"/>
          <p:nvPr/>
        </p:nvSpPr>
        <p:spPr>
          <a:xfrm>
            <a:off x="3220517" y="4032504"/>
            <a:ext cx="197144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 submitEvaluation(score, comment)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143500" y="457200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5504688" y="4398264"/>
            <a:ext cx="115214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 saveEvaluation()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063740" y="461772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383780" y="4581144"/>
            <a:ext cx="135697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 validateEvaluation()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018020" y="493776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2" name="Text 80"/>
          <p:cNvSpPr txBox="1"/>
          <p:nvPr/>
        </p:nvSpPr>
        <p:spPr>
          <a:xfrm>
            <a:off x="7276795" y="4764024"/>
            <a:ext cx="135697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 storeScoreFeedback()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 flipH="1">
            <a:off x="7018020" y="512064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84" name="Text 82"/>
          <p:cNvSpPr txBox="1"/>
          <p:nvPr/>
        </p:nvSpPr>
        <p:spPr>
          <a:xfrm>
            <a:off x="7404811" y="4946904"/>
            <a:ext cx="110093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 saveConfirmed()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 flipH="1">
            <a:off x="5143500" y="5303520"/>
            <a:ext cx="187452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86" name="Text 84"/>
          <p:cNvSpPr txBox="1"/>
          <p:nvPr/>
        </p:nvSpPr>
        <p:spPr>
          <a:xfrm>
            <a:off x="5555894" y="512978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 confirmSaved()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 flipH="1">
            <a:off x="1394460" y="5486400"/>
            <a:ext cx="374904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88" name="Text 86"/>
          <p:cNvSpPr txBox="1"/>
          <p:nvPr/>
        </p:nvSpPr>
        <p:spPr>
          <a:xfrm>
            <a:off x="2667305" y="531266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 resultAvailable()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 flipH="1">
            <a:off x="3268980" y="5852160"/>
            <a:ext cx="1874520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90" name="Text 88"/>
          <p:cNvSpPr txBox="1"/>
          <p:nvPr/>
        </p:nvSpPr>
        <p:spPr>
          <a:xfrm>
            <a:off x="3681374" y="567842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 displayError()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268980" y="6035040"/>
            <a:ext cx="1874520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92" name="Text 90"/>
          <p:cNvSpPr txBox="1"/>
          <p:nvPr/>
        </p:nvSpPr>
        <p:spPr>
          <a:xfrm>
            <a:off x="3604565" y="586130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 retrySubmission()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57200" y="6236208"/>
            <a:ext cx="11274552" cy="45720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94360" y="6236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Summary: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selects student → System retrieves records → AI analyzes progress → Professor evaluates → Score/feedback stored.</a:t>
            </a:r>
            <a:endParaRPr lang="en-US" sz="1100" dirty="0"/>
          </a:p>
        </p:txBody>
      </p:sp>
      <p:sp>
        <p:nvSpPr>
          <p:cNvPr id="95" name="Text 93"/>
          <p:cNvSpPr txBox="1"/>
          <p:nvPr/>
        </p:nvSpPr>
        <p:spPr>
          <a:xfrm>
            <a:off x="457200" y="6035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request   |   Dashed arrow = return   |   Red = exception flow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3 — Task Management, Reminders &amp; Exceptions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Creation → Deadline Monitoring → Reminder → Completion → Overdue Handling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1832" y="3136392"/>
            <a:ext cx="10277856" cy="1865376"/>
          </a:xfrm>
          <a:prstGeom prst="rect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3136392"/>
            <a:ext cx="45720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313639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313639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[Notification service continuously checks upcoming deadlines]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78992" y="3502152"/>
            <a:ext cx="10003536" cy="1499616"/>
          </a:xfrm>
          <a:prstGeom prst="rect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502152"/>
            <a:ext cx="36576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350215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581912" y="350215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[Deadline Approaching]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78992" y="4023360"/>
            <a:ext cx="10003536" cy="0"/>
          </a:xfrm>
          <a:prstGeom prst="line">
            <a:avLst/>
          </a:prstGeom>
          <a:noFill/>
          <a:ln w="12700">
            <a:solidFill>
              <a:srgbClr val="D6282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152144" y="384962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5 — [Deadline Passed &amp; Task Incomplete]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78992" y="4754880"/>
            <a:ext cx="10003536" cy="0"/>
          </a:xfrm>
          <a:prstGeom prst="line">
            <a:avLst/>
          </a:prstGeom>
          <a:noFill/>
          <a:ln w="12700">
            <a:solidFill>
              <a:srgbClr val="5B6B8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1152144" y="458114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[Deadline Not Approaching]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81912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513332" y="914400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6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912" y="1051560"/>
            <a:ext cx="0" cy="155448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90472" y="1097280"/>
            <a:ext cx="182880" cy="0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1508760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912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15361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«actor»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831336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962656" y="1097280"/>
            <a:ext cx="1737360" cy="566928"/>
          </a:xfrm>
          <a:prstGeom prst="rect">
            <a:avLst/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62656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Mobile App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962656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(Flutter)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80760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212080" y="1097280"/>
            <a:ext cx="1737360" cy="566928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0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330184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461504" y="1097280"/>
            <a:ext cx="1737360" cy="56692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61504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461504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579608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710928" y="1097280"/>
            <a:ext cx="1737360" cy="566928"/>
          </a:xfrm>
          <a:prstGeom prst="rect">
            <a:avLst/>
          </a:prstGeom>
          <a:solidFill>
            <a:srgbClr val="17A2A2"/>
          </a:solidFill>
          <a:ln w="12700">
            <a:solidFill>
              <a:srgbClr val="17A2A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10928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710928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85616" y="1719072"/>
            <a:ext cx="91440" cy="1435608"/>
          </a:xfrm>
          <a:prstGeom prst="rect">
            <a:avLst/>
          </a:prstGeom>
          <a:solidFill>
            <a:srgbClr val="7B3FBF">
              <a:alpha val="65000"/>
            </a:srgbClr>
          </a:solidFill>
          <a:ln w="9525">
            <a:solidFill>
              <a:srgbClr val="7B3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85616" y="5010912"/>
            <a:ext cx="91440" cy="886968"/>
          </a:xfrm>
          <a:prstGeom prst="rect">
            <a:avLst/>
          </a:prstGeom>
          <a:solidFill>
            <a:srgbClr val="7B3FBF">
              <a:alpha val="65000"/>
            </a:srgbClr>
          </a:solidFill>
          <a:ln w="9525">
            <a:solidFill>
              <a:srgbClr val="7B3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2084832"/>
            <a:ext cx="91440" cy="106984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4096512"/>
            <a:ext cx="91440" cy="33832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5193792"/>
            <a:ext cx="91440" cy="33832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84464" y="2267712"/>
            <a:ext cx="91440" cy="33832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4464" y="4279392"/>
            <a:ext cx="91440" cy="15544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84464" y="5376672"/>
            <a:ext cx="91440" cy="33832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33888" y="2633472"/>
            <a:ext cx="91440" cy="338328"/>
          </a:xfrm>
          <a:prstGeom prst="rect">
            <a:avLst/>
          </a:prstGeom>
          <a:solidFill>
            <a:srgbClr val="17A2A2">
              <a:alpha val="65000"/>
            </a:srgbClr>
          </a:solidFill>
          <a:ln w="9525">
            <a:solidFill>
              <a:srgbClr val="17A2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33888" y="3364992"/>
            <a:ext cx="91440" cy="1618488"/>
          </a:xfrm>
          <a:prstGeom prst="rect">
            <a:avLst/>
          </a:prstGeom>
          <a:solidFill>
            <a:srgbClr val="17A2A2">
              <a:alpha val="65000"/>
            </a:srgbClr>
          </a:solidFill>
          <a:ln w="9525">
            <a:solidFill>
              <a:srgbClr val="17A2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81912" y="182880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1618488" y="1655064"/>
            <a:ext cx="217627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createTask(title, deadline, reminder)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877056" y="187452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97096" y="1837944"/>
            <a:ext cx="99852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validateTask()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31336" y="21945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4328770" y="2020824"/>
            <a:ext cx="125455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submitTask(details)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80760" y="237744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6808622" y="2203704"/>
            <a:ext cx="79369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saveTask()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 flipH="1">
            <a:off x="6080760" y="256032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6680606" y="238658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saveConfirmed()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080760" y="2743200"/>
            <a:ext cx="4498848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7523683" y="2569464"/>
            <a:ext cx="161300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scheduleReminder(deadline)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 flipH="1">
            <a:off x="6080760" y="2926080"/>
            <a:ext cx="4498848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7702906" y="2752344"/>
            <a:ext cx="125455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reminderScheduled()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 flipH="1">
            <a:off x="3831336" y="31089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4482389" y="2935224"/>
            <a:ext cx="94731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 taskCreated()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625328" y="333756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432950" y="3300984"/>
            <a:ext cx="110093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 checkDeadlines()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 flipH="1">
            <a:off x="1581912" y="3840480"/>
            <a:ext cx="8997696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5555894" y="366674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 sendReminder()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 flipH="1">
            <a:off x="6080760" y="4206240"/>
            <a:ext cx="4498848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7677302" y="4032504"/>
            <a:ext cx="1305763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 markOverdue(taskID)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080760" y="438912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6501384" y="4215384"/>
            <a:ext cx="140817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 updateStatus(overdue)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 flipH="1">
            <a:off x="1581912" y="4572000"/>
            <a:ext cx="8997696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5274259" y="4398264"/>
            <a:ext cx="161300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 sendOverdueNotification()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625328" y="4800600"/>
            <a:ext cx="256032" cy="137160"/>
          </a:xfrm>
          <a:prstGeom prst="rect">
            <a:avLst/>
          </a:prstGeom>
          <a:ln w="13970">
            <a:solidFill>
              <a:srgbClr val="44444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176918" y="4764024"/>
            <a:ext cx="135697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 continueMonitoring()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581912" y="512064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2002536" y="4946904"/>
            <a:ext cx="140817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 openAndCompleteTask()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831336" y="530352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4200754" y="5129784"/>
            <a:ext cx="151058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 updateStatus(completed)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080760" y="548640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3" name="Text 81"/>
          <p:cNvSpPr txBox="1"/>
          <p:nvPr/>
        </p:nvSpPr>
        <p:spPr>
          <a:xfrm>
            <a:off x="6731813" y="5312664"/>
            <a:ext cx="94731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 saveStatus()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 flipH="1">
            <a:off x="6080760" y="566928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85" name="Text 83"/>
          <p:cNvSpPr txBox="1"/>
          <p:nvPr/>
        </p:nvSpPr>
        <p:spPr>
          <a:xfrm>
            <a:off x="6706210" y="5495544"/>
            <a:ext cx="99852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 statusSaved()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 flipH="1">
            <a:off x="1581912" y="58521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87" name="Text 85"/>
          <p:cNvSpPr txBox="1"/>
          <p:nvPr/>
        </p:nvSpPr>
        <p:spPr>
          <a:xfrm>
            <a:off x="1976933" y="5678424"/>
            <a:ext cx="145938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 displayCompletedTask()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57200" y="6236208"/>
            <a:ext cx="11274552" cy="45720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94360" y="6236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Summary: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creates task → System stores deadline → Notification service monitors → Reminder sent → Task completed/overdue.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457200" y="6035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request   |   Dashed arrow = return   |   Red = exception flow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4 — Exception Flows (Network, Database, AI Failure)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 → Database Failure → AI Service Failure → Fallback Execution Path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23544" y="1856232"/>
            <a:ext cx="10314432" cy="4059936"/>
          </a:xfrm>
          <a:prstGeom prst="rect">
            <a:avLst/>
          </a:prstGeom>
          <a:ln w="15875">
            <a:solidFill>
              <a:srgbClr val="D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1856232"/>
            <a:ext cx="36576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544" y="185623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85623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4 — [Network Failure]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23544" y="2560320"/>
            <a:ext cx="10314432" cy="0"/>
          </a:xfrm>
          <a:prstGeom prst="line">
            <a:avLst/>
          </a:prstGeom>
          <a:noFill/>
          <a:ln w="12700">
            <a:solidFill>
              <a:srgbClr val="D6282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96696" y="238658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[Network Available]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33272" y="2770632"/>
            <a:ext cx="10094976" cy="3145536"/>
          </a:xfrm>
          <a:prstGeom prst="rect">
            <a:avLst/>
          </a:prstGeom>
          <a:ln w="15875">
            <a:solidFill>
              <a:srgbClr val="D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" y="2770632"/>
            <a:ext cx="36576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277063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277063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2 — [Database Unavailable / Error]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33272" y="4023360"/>
            <a:ext cx="10094976" cy="0"/>
          </a:xfrm>
          <a:prstGeom prst="line">
            <a:avLst/>
          </a:prstGeom>
          <a:noFill/>
          <a:ln w="12700">
            <a:solidFill>
              <a:srgbClr val="D62828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1106424" y="384962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[Save Successful]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3000" y="4233672"/>
            <a:ext cx="9875520" cy="1682496"/>
          </a:xfrm>
          <a:prstGeom prst="rect">
            <a:avLst/>
          </a:prstGeom>
          <a:ln w="15875">
            <a:solidFill>
              <a:srgbClr val="D628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233672"/>
            <a:ext cx="365760" cy="155448"/>
          </a:xfrm>
          <a:prstGeom prst="rect">
            <a:avLst/>
          </a:prstGeom>
          <a:solidFill>
            <a:srgbClr val="EEF2FA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23367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233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3 — [AI Unavailable]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43000" y="5669280"/>
            <a:ext cx="9875520" cy="0"/>
          </a:xfrm>
          <a:prstGeom prst="line">
            <a:avLst/>
          </a:prstGeom>
          <a:noFill/>
          <a:ln w="12700">
            <a:solidFill>
              <a:srgbClr val="D6282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216152" y="549554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 Available]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81912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513332" y="914400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6F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912" y="1051560"/>
            <a:ext cx="0" cy="155448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0472" y="1097280"/>
            <a:ext cx="182880" cy="0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508760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912" y="1207008"/>
            <a:ext cx="73152" cy="128016"/>
          </a:xfrm>
          <a:prstGeom prst="line">
            <a:avLst/>
          </a:prstGeom>
          <a:noFill/>
          <a:ln w="22225">
            <a:solidFill>
              <a:srgbClr val="2E6F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0392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" y="15361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«actor»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31336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962656" y="1097280"/>
            <a:ext cx="1737360" cy="566928"/>
          </a:xfrm>
          <a:prstGeom prst="rect">
            <a:avLst/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62656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Mobile App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962656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(Flutter)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80760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212080" y="1097280"/>
            <a:ext cx="1737360" cy="566928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12080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212080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330184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7461504" y="1097280"/>
            <a:ext cx="1737360" cy="566928"/>
          </a:xfrm>
          <a:prstGeom prst="rect">
            <a:avLst/>
          </a:prstGeom>
          <a:solidFill>
            <a:srgbClr val="D98A0B"/>
          </a:solidFill>
          <a:ln w="12700">
            <a:solidFill>
              <a:srgbClr val="D98A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61504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461504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579608" y="1691640"/>
            <a:ext cx="0" cy="4526280"/>
          </a:xfrm>
          <a:prstGeom prst="line">
            <a:avLst/>
          </a:prstGeom>
          <a:noFill/>
          <a:ln w="12700">
            <a:solidFill>
              <a:srgbClr val="9AA3B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710928" y="1097280"/>
            <a:ext cx="1737360" cy="56692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10928" y="1115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Module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710928" y="1426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785616" y="1719072"/>
            <a:ext cx="91440" cy="3630168"/>
          </a:xfrm>
          <a:prstGeom prst="rect">
            <a:avLst/>
          </a:prstGeom>
          <a:solidFill>
            <a:srgbClr val="7B3FBF">
              <a:alpha val="65000"/>
            </a:srgbClr>
          </a:solidFill>
          <a:ln w="9525">
            <a:solidFill>
              <a:srgbClr val="7B3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2633472"/>
            <a:ext cx="91440" cy="2898648"/>
          </a:xfrm>
          <a:prstGeom prst="rect">
            <a:avLst/>
          </a:prstGeom>
          <a:solidFill>
            <a:srgbClr val="2E9E5B">
              <a:alpha val="65000"/>
            </a:srgbClr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84464" y="2999232"/>
            <a:ext cx="91440" cy="338328"/>
          </a:xfrm>
          <a:prstGeom prst="rect">
            <a:avLst/>
          </a:prstGeom>
          <a:solidFill>
            <a:srgbClr val="D98A0B">
              <a:alpha val="65000"/>
            </a:srgbClr>
          </a:solidFill>
          <a:ln w="9525">
            <a:solidFill>
              <a:srgbClr val="D98A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33888" y="4462272"/>
            <a:ext cx="91440" cy="338328"/>
          </a:xfrm>
          <a:prstGeom prst="rect">
            <a:avLst/>
          </a:prstGeom>
          <a:solidFill>
            <a:srgbClr val="D6336C">
              <a:alpha val="65000"/>
            </a:srgbClr>
          </a:solidFill>
          <a:ln w="9525">
            <a:solidFill>
              <a:srgbClr val="D6336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81912" y="182880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053742" y="1655064"/>
            <a:ext cx="1305763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submitJournal(entry)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 flipH="1">
            <a:off x="1581912" y="219456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2028139" y="2020824"/>
            <a:ext cx="135697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showConnectionError()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581912" y="237744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2053742" y="2203704"/>
            <a:ext cx="1305763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retryWhenConnected()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831336" y="274320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4354373" y="256946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sendJournal(entry)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80760" y="310896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6603797" y="293522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saveJournal(entry)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 flipH="1">
            <a:off x="6080760" y="329184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6783019" y="3118104"/>
            <a:ext cx="84490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saveError()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 flipH="1">
            <a:off x="3831336" y="347472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4431182" y="330098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returnFailure()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 flipH="1">
            <a:off x="1581912" y="365760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1541678" y="3483864"/>
            <a:ext cx="232989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 "Unable to save data. Please try again."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581912" y="384048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2130552" y="3666744"/>
            <a:ext cx="115214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 retrySubmission()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 flipH="1">
            <a:off x="6080760" y="4206240"/>
            <a:ext cx="2249424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6655003" y="4032504"/>
            <a:ext cx="110093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 saveConfirmed()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080760" y="4572000"/>
            <a:ext cx="4498848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7626096" y="4398264"/>
            <a:ext cx="140817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 analyzeProgress(data)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 flipH="1">
            <a:off x="6080760" y="4754880"/>
            <a:ext cx="4498848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7805318" y="4581144"/>
            <a:ext cx="104973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 serviceError()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126480" y="4800600"/>
            <a:ext cx="256032" cy="137160"/>
          </a:xfrm>
          <a:prstGeom prst="rect">
            <a:avLst/>
          </a:prstGeom>
          <a:ln w="13970">
            <a:solidFill>
              <a:srgbClr val="D6282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446520" y="4764024"/>
            <a:ext cx="125455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 activateFallback()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 flipH="1">
            <a:off x="3831336" y="512064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77" name="Text 75"/>
          <p:cNvSpPr txBox="1"/>
          <p:nvPr/>
        </p:nvSpPr>
        <p:spPr>
          <a:xfrm>
            <a:off x="4226357" y="4946904"/>
            <a:ext cx="145938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 returnStoredFeedback()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 flipH="1">
            <a:off x="1581912" y="5303520"/>
            <a:ext cx="2249424" cy="0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1951330" y="5129784"/>
            <a:ext cx="151058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 displayStoredFeedback()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126480" y="5349240"/>
            <a:ext cx="256032" cy="137160"/>
          </a:xfrm>
          <a:prstGeom prst="rect">
            <a:avLst/>
          </a:prstGeom>
          <a:ln w="13970">
            <a:solidFill>
              <a:srgbClr val="D6282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446520" y="5312664"/>
            <a:ext cx="12033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 scheduleAIRetry()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 flipH="1">
            <a:off x="6080760" y="5852160"/>
            <a:ext cx="4498848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dash"/>
            <a:tailEnd type="triangle"/>
          </a:ln>
        </p:spPr>
      </p:sp>
      <p:sp>
        <p:nvSpPr>
          <p:cNvPr id="83" name="Text 81"/>
          <p:cNvSpPr txBox="1"/>
          <p:nvPr/>
        </p:nvSpPr>
        <p:spPr>
          <a:xfrm>
            <a:off x="7754112" y="5678424"/>
            <a:ext cx="115214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 returnFeedback()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57200" y="6236208"/>
            <a:ext cx="11274552" cy="45720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94360" y="6236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Summary: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error: data kept, retry later → DB error: "Unable to save data" → AI down: fallback shows stored feedback, retry later.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457200" y="6035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request   |   Dashed arrow = return   |   Red = exception flow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Diagrams - FYP</dc:title>
  <dc:subject>PptxGenJS Presentation</dc:subject>
  <dc:creator>Kinzul Eman</dc:creator>
  <cp:lastModifiedBy>Kinzul Eman</cp:lastModifiedBy>
  <cp:revision>1</cp:revision>
  <dcterms:created xsi:type="dcterms:W3CDTF">2026-10-05T13:05:51Z</dcterms:created>
  <dcterms:modified xsi:type="dcterms:W3CDTF">2026-10-05T13:05:51Z</dcterms:modified>
</cp:coreProperties>
</file>