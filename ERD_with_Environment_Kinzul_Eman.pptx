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916400" cy="8412480"/>
  <p:notesSz cx="8412480" cy="1691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1600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&amp; Development Environment — AI-Powered Student Leadership and Personal Growth App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database tables and relationships (PK = primary key, FK = foreign key, crow’s foot = “many”, bar = “one”).   Right: tools and servers that build and run the system.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9966960" cy="6949440"/>
          </a:xfrm>
          <a:prstGeom prst="rect">
            <a:avLst/>
          </a:prstGeom>
          <a:ln w="15875">
            <a:solidFill>
              <a:srgbClr val="9AA3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 (ERD)</a:t>
            </a:r>
            <a:endParaRPr lang="en-US" sz="1300" dirty="0"/>
          </a:p>
        </p:txBody>
      </p:sp>
      <p:pic>
        <p:nvPicPr>
          <p:cNvPr id="6" name="Image 0" descr="er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9052560" cy="64529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15600" y="1005840"/>
            <a:ext cx="6035040" cy="6949440"/>
          </a:xfrm>
          <a:prstGeom prst="rect">
            <a:avLst/>
          </a:prstGeom>
          <a:ln w="15875">
            <a:solidFill>
              <a:srgbClr val="9AA3B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65276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/ RUNTIME ENVIRONMENT</a:t>
            </a:r>
            <a:endParaRPr lang="en-US" sz="1300" dirty="0"/>
          </a:p>
        </p:txBody>
      </p:sp>
      <p:pic>
        <p:nvPicPr>
          <p:cNvPr id="9" name="Image 1" descr="en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463040"/>
            <a:ext cx="5852160" cy="365038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652760" y="51206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Self-link: USER.advisor_id → USER.user_id (a professor advises many students). Student and professor share one USER table, separated by role.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0652760" y="56692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— blue: users | green: development records | pink: AI output | orange: evaluation | teal: tasks and notifications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8092440"/>
            <a:ext cx="1554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Kinzul Eman   |   ID: 232012048   |   Pakistan Global Institute   |   Final Year Project (FYP)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ERD and Environment - FYP</dc:title>
  <dc:subject>PptxGenJS Presentation</dc:subject>
  <dc:creator>Kinzul Eman</dc:creator>
  <cp:lastModifiedBy>Kinzul Eman</cp:lastModifiedBy>
  <cp:revision>1</cp:revision>
  <dcterms:created xsi:type="dcterms:W3CDTF">2026-10-27T07:33:24Z</dcterms:created>
  <dcterms:modified xsi:type="dcterms:W3CDTF">2026-10-27T07:33:24Z</dcterms:modified>
</cp:coreProperties>
</file>